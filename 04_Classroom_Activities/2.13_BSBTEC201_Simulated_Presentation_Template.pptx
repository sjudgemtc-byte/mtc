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474F"/>
    <a:srgbClr val="000000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D09D8E-43E0-4F14-8224-25F0932FC2B4}" v="45" dt="2022-02-24T05:31:14.354"/>
    <p1510:client id="{931662BC-46AE-DC75-FB87-11D20F986ABE}" v="1" dt="2022-09-26T03:10:33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5A6D6-1E85-4936-B7DE-E4BAE747E4EF}" type="datetimeFigureOut">
              <a:rPr lang="en-AU" smtClean="0"/>
              <a:t>1/06/2026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8DA4A-9BC4-427F-85B0-B817C21813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1460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14FD0-3719-4497-A920-D40D3E7C2DD9}" type="datetime1">
              <a:rPr lang="en-AU" smtClean="0"/>
              <a:t>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991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8650D-0E11-4C00-AB87-7A3028E9AE78}" type="datetime1">
              <a:rPr lang="en-AU" smtClean="0"/>
              <a:t>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1273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70A4-D233-456B-87BE-0D538A61CEDB}" type="datetime1">
              <a:rPr lang="en-AU" smtClean="0"/>
              <a:t>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584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313A-25B6-4228-97CE-601D6DCFF312}" type="datetime1">
              <a:rPr lang="en-AU" smtClean="0"/>
              <a:t>1/06/2026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878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906A4-4676-4D89-BA8B-FCC635163F34}" type="datetime1">
              <a:rPr lang="en-AU" smtClean="0"/>
              <a:t>1/06/2026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267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776D0-4A83-4B7E-AAD2-B32569015B68}" type="datetime1">
              <a:rPr lang="en-AU" smtClean="0"/>
              <a:t>1/06/2026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3647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B692-CDC7-4DB6-AFCD-15D596CD44DE}" type="datetime1">
              <a:rPr lang="en-AU" smtClean="0"/>
              <a:t>1/06/2026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4897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1CBE7-1CA8-4FC4-9BA0-0DBC7B08D30F}" type="datetime1">
              <a:rPr lang="en-AU" smtClean="0"/>
              <a:t>1/06/2026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861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9E22-459E-4FA0-AC6B-7E317DE36417}" type="datetime1">
              <a:rPr lang="en-AU" smtClean="0"/>
              <a:t>1/06/2026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0408702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9E22-459E-4FA0-AC6B-7E317DE36417}" type="datetime1">
              <a:rPr lang="en-AU" smtClean="0"/>
              <a:t>1/06/2026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0936202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9E22-459E-4FA0-AC6B-7E317DE36417}" type="datetime1">
              <a:rPr lang="en-AU" smtClean="0"/>
              <a:t>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381969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9E22-459E-4FA0-AC6B-7E317DE36417}" type="datetime1">
              <a:rPr lang="en-AU" smtClean="0"/>
              <a:t>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0952047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9E22-459E-4FA0-AC6B-7E317DE36417}" type="datetime1">
              <a:rPr lang="en-AU" smtClean="0"/>
              <a:t>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1302034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9E22-459E-4FA0-AC6B-7E317DE36417}" type="datetime1">
              <a:rPr lang="en-AU" smtClean="0"/>
              <a:t>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896702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9E22-459E-4FA0-AC6B-7E317DE36417}" type="datetime1">
              <a:rPr lang="en-AU" smtClean="0"/>
              <a:t>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948945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64F98-6621-4AB8-8529-7AED30410FFA}" type="datetime1">
              <a:rPr lang="en-AU" smtClean="0"/>
              <a:t>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48300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E5F6B-831A-42B9-ACF7-E857FF051ECE}" type="datetime1">
              <a:rPr lang="en-AU" smtClean="0"/>
              <a:t>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940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4E29E22-459E-4FA0-AC6B-7E317DE36417}" type="datetime1">
              <a:rPr lang="en-AU" smtClean="0"/>
              <a:t>1/06/2026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9E2C374-34F3-4C9C-9CAB-19E6232E5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044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9BF33-A574-464D-8967-3350D743B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7503" y="486916"/>
            <a:ext cx="8574622" cy="2616199"/>
          </a:xfrm>
        </p:spPr>
        <p:txBody>
          <a:bodyPr/>
          <a:lstStyle/>
          <a:p>
            <a:r>
              <a:rPr lang="en-AU" b="1" dirty="0">
                <a:solidFill>
                  <a:srgbClr val="009999"/>
                </a:solidFill>
              </a:rPr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C14D3-1292-4281-A749-0D8AF08EA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6792" y="3124391"/>
            <a:ext cx="7620901" cy="1388534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3F474F"/>
                </a:solidFill>
              </a:rPr>
              <a:t>Sub-title (delete if not applicable)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6A0C6921-64A1-498D-95A8-3679EED06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5415584"/>
            <a:ext cx="3600000" cy="144241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6D88E3-21CB-4131-9EBC-253E60FFE8B9}"/>
              </a:ext>
            </a:extLst>
          </p:cNvPr>
          <p:cNvSpPr/>
          <p:nvPr/>
        </p:nvSpPr>
        <p:spPr>
          <a:xfrm>
            <a:off x="-1" y="6018028"/>
            <a:ext cx="2796364" cy="839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rgbClr val="3F474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Version: 1.0</a:t>
            </a:r>
          </a:p>
          <a:p>
            <a:pPr algn="ctr"/>
            <a:r>
              <a:rPr lang="en-AU" sz="1200" dirty="0">
                <a:solidFill>
                  <a:srgbClr val="3F474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Released: 10 Mar 2022</a:t>
            </a:r>
          </a:p>
          <a:p>
            <a:pPr algn="ctr"/>
            <a:r>
              <a:rPr lang="en-AU" sz="1200" dirty="0">
                <a:solidFill>
                  <a:srgbClr val="3F474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Created by: Instructional Design Team</a:t>
            </a:r>
          </a:p>
          <a:p>
            <a:pPr algn="ctr"/>
            <a:r>
              <a:rPr lang="en-AU" sz="1200" dirty="0">
                <a:solidFill>
                  <a:srgbClr val="3F474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MTC Australia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7509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42BD36-463B-4E90-9B49-02DA2C526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833" y="6492875"/>
            <a:ext cx="551167" cy="365125"/>
          </a:xfrm>
        </p:spPr>
        <p:txBody>
          <a:bodyPr/>
          <a:lstStyle/>
          <a:p>
            <a:fld id="{19E2C374-34F3-4C9C-9CAB-19E6232E5E4D}" type="slidenum">
              <a:rPr lang="en-AU" smtClean="0"/>
              <a:t>2</a:t>
            </a:fld>
            <a:endParaRPr lang="en-A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8611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42BD36-463B-4E90-9B49-02DA2C526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833" y="6492875"/>
            <a:ext cx="551167" cy="365125"/>
          </a:xfrm>
        </p:spPr>
        <p:txBody>
          <a:bodyPr/>
          <a:lstStyle/>
          <a:p>
            <a:fld id="{19E2C374-34F3-4C9C-9CAB-19E6232E5E4D}" type="slidenum">
              <a:rPr lang="en-AU" smtClean="0"/>
              <a:t>3</a:t>
            </a:fld>
            <a:endParaRPr lang="en-A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155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42BD36-463B-4E90-9B49-02DA2C526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0833" y="6492875"/>
            <a:ext cx="551167" cy="365125"/>
          </a:xfrm>
        </p:spPr>
        <p:txBody>
          <a:bodyPr/>
          <a:lstStyle/>
          <a:p>
            <a:fld id="{19E2C374-34F3-4C9C-9CAB-19E6232E5E4D}" type="slidenum">
              <a:rPr lang="en-AU" smtClean="0"/>
              <a:t>4</a:t>
            </a:fld>
            <a:endParaRPr lang="en-A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15280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3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Custom 1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8A4AF"/>
      </a:accent1>
      <a:accent2>
        <a:srgbClr val="60676D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70402A25C75448AA51F887DB0F7E0A" ma:contentTypeVersion="23" ma:contentTypeDescription="Create a new document." ma:contentTypeScope="" ma:versionID="16cc7d3aa61efa5a73d291bfeaaf9fe1">
  <xsd:schema xmlns:xsd="http://www.w3.org/2001/XMLSchema" xmlns:xs="http://www.w3.org/2001/XMLSchema" xmlns:p="http://schemas.microsoft.com/office/2006/metadata/properties" xmlns:ns2="4342e463-69cb-4cfa-bcf5-681312726817" xmlns:ns3="fa91bcbb-b019-4b15-94d0-7be5dab68cb0" targetNamespace="http://schemas.microsoft.com/office/2006/metadata/properties" ma:root="true" ma:fieldsID="9b5fbf6adf5d1f1515103509a5418a78" ns2:_="" ns3:_="">
    <xsd:import namespace="4342e463-69cb-4cfa-bcf5-681312726817"/>
    <xsd:import namespace="fa91bcbb-b019-4b15-94d0-7be5dab68c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j7d453f4bc394204b12ec949be128b03" minOccurs="0"/>
                <xsd:element ref="ns3:TaxCatchAll" minOccurs="0"/>
                <xsd:element ref="ns3:f7890cd9569943ba95e5c674f3d9629f" minOccurs="0"/>
                <xsd:element ref="ns3:c6226bbbfdf149dbb6e8aa732e6563b4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k6160923da9c4922b5e39511077fcba4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42e463-69cb-4cfa-bcf5-6813127268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k6160923da9c4922b5e39511077fcba4" ma:index="22" nillable="true" ma:taxonomy="true" ma:internalName="k6160923da9c4922b5e39511077fcba4" ma:taxonomyFieldName="VET_x0020_Tags" ma:displayName="VET Tags" ma:default="" ma:fieldId="{46160923-da9c-4922-b5e3-9511077fcba4}" ma:taxonomyMulti="true" ma:sspId="e13ee756-1341-4827-a215-e3ef8221326d" ma:termSetId="9ea3cb07-8743-469a-a32f-2bf59133a9a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24" nillable="true" ma:displayName="Tags" ma:internalName="MediaServiceAutoTags" ma:readOnly="true">
      <xsd:simpleType>
        <xsd:restriction base="dms:Text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3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1bcbb-b019-4b15-94d0-7be5dab68cb0" elementFormDefault="qualified">
    <xsd:import namespace="http://schemas.microsoft.com/office/2006/documentManagement/types"/>
    <xsd:import namespace="http://schemas.microsoft.com/office/infopath/2007/PartnerControls"/>
    <xsd:element name="j7d453f4bc394204b12ec949be128b03" ma:index="11" nillable="true" ma:taxonomy="true" ma:internalName="j7d453f4bc394204b12ec949be128b03" ma:taxonomyFieldName="Divisions" ma:displayName="Department or Program" ma:default="" ma:fieldId="{37d453f4-bc39-4204-b12e-c949be128b03}" ma:taxonomyMulti="true" ma:sspId="e13ee756-1341-4827-a215-e3ef8221326d" ma:termSetId="5a162f3c-1ab5-4aa6-89b8-412699fe01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2" nillable="true" ma:displayName="Taxonomy Catch All Column" ma:hidden="true" ma:list="{cbf3398f-668f-4141-a392-7d14dce4a226}" ma:internalName="TaxCatchAll" ma:showField="CatchAllData" ma:web="fa91bcbb-b019-4b15-94d0-7be5dab68c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f7890cd9569943ba95e5c674f3d9629f" ma:index="14" nillable="true" ma:taxonomy="true" ma:internalName="f7890cd9569943ba95e5c674f3d9629f" ma:taxonomyFieldName="DocumentType" ma:displayName="Document Type" ma:default="" ma:fieldId="{f7890cd9-5699-43ba-95e5-c674f3d9629f}" ma:sspId="e13ee756-1341-4827-a215-e3ef8221326d" ma:termSetId="3d0205fe-75e5-4bb6-a3bc-660df27fc8fb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c6226bbbfdf149dbb6e8aa732e6563b4" ma:index="16" nillable="true" ma:taxonomy="true" ma:internalName="c6226bbbfdf149dbb6e8aa732e6563b4" ma:taxonomyFieldName="MTCLocations" ma:displayName="MTC Locations" ma:default="" ma:fieldId="{c6226bbb-fdf1-49db-b6e8-aa732e6563b4}" ma:sspId="e13ee756-1341-4827-a215-e3ef8221326d" ma:termSetId="91759280-c54d-41c4-8c2d-e58327ccc8f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a91bcbb-b019-4b15-94d0-7be5dab68cb0">
      <Value>5</Value>
      <Value>3</Value>
      <Value>15</Value>
    </TaxCatchAll>
    <c6226bbbfdf149dbb6e8aa732e6563b4 xmlns="fa91bcbb-b019-4b15-94d0-7be5dab68cb0">
      <Terms xmlns="http://schemas.microsoft.com/office/infopath/2007/PartnerControls"/>
    </c6226bbbfdf149dbb6e8aa732e6563b4>
    <k6160923da9c4922b5e39511077fcba4 xmlns="4342e463-69cb-4cfa-bcf5-681312726817">
      <Terms xmlns="http://schemas.microsoft.com/office/infopath/2007/PartnerControls"/>
    </k6160923da9c4922b5e39511077fcba4>
    <j7d453f4bc394204b12ec949be128b03 xmlns="fa91bcbb-b019-4b15-94d0-7be5dab68cb0">
      <Terms xmlns="http://schemas.microsoft.com/office/infopath/2007/PartnerControls">
        <TermInfo xmlns="http://schemas.microsoft.com/office/infopath/2007/PartnerControls">
          <TermName xmlns="http://schemas.microsoft.com/office/infopath/2007/PartnerControls">Skills for Education ＆ Employment (SEE)</TermName>
          <TermId xmlns="http://schemas.microsoft.com/office/infopath/2007/PartnerControls">1c098037-4e7b-4dd0-8dde-ddfea93f334e</TermId>
        </TermInfo>
        <TermInfo xmlns="http://schemas.microsoft.com/office/infopath/2007/PartnerControls">
          <TermName xmlns="http://schemas.microsoft.com/office/infopath/2007/PartnerControls">Instructional Design</TermName>
          <TermId xmlns="http://schemas.microsoft.com/office/infopath/2007/PartnerControls">81fdb9a2-9046-4115-b314-92b0ef7fd9ac</TermId>
        </TermInfo>
      </Terms>
    </j7d453f4bc394204b12ec949be128b03>
    <f7890cd9569943ba95e5c674f3d9629f xmlns="fa91bcbb-b019-4b15-94d0-7be5dab68cb0">
      <Terms xmlns="http://schemas.microsoft.com/office/infopath/2007/PartnerControls">
        <TermInfo xmlns="http://schemas.microsoft.com/office/infopath/2007/PartnerControls">
          <TermName xmlns="http://schemas.microsoft.com/office/infopath/2007/PartnerControls">Assessment</TermName>
          <TermId xmlns="http://schemas.microsoft.com/office/infopath/2007/PartnerControls">c0c70f64-4bbb-4f86-a72c-a13b6bc309fb</TermId>
        </TermInfo>
      </Terms>
    </f7890cd9569943ba95e5c674f3d9629f>
  </documentManagement>
</p:properties>
</file>

<file path=customXml/itemProps1.xml><?xml version="1.0" encoding="utf-8"?>
<ds:datastoreItem xmlns:ds="http://schemas.openxmlformats.org/officeDocument/2006/customXml" ds:itemID="{3D802B8F-F0D6-42FD-A6B2-B2CE7D5C5A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264077-5269-4862-84BF-59EB413C43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42e463-69cb-4cfa-bcf5-681312726817"/>
    <ds:schemaRef ds:uri="fa91bcbb-b019-4b15-94d0-7be5dab68c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FE9F0C-9FF1-4147-BF8D-024376A3CCD8}">
  <ds:schemaRefs>
    <ds:schemaRef ds:uri="http://schemas.microsoft.com/office/2006/metadata/properties"/>
    <ds:schemaRef ds:uri="http://schemas.microsoft.com/office/infopath/2007/PartnerControls"/>
    <ds:schemaRef ds:uri="773de763-e98f-42f4-b0bd-74de4194f5a6"/>
    <ds:schemaRef ds:uri="bdd0a26e-c6ec-4bf1-bd20-37c13dde6be9"/>
    <ds:schemaRef ds:uri="fa91bcbb-b019-4b15-94d0-7be5dab68cb0"/>
    <ds:schemaRef ds:uri="4342e463-69cb-4cfa-bcf5-68131272681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141</TotalTime>
  <Words>27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Parallax</vt:lpstr>
      <vt:lpstr>Title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2.13_BSBTEC201_Simulated_Presentation_Template</dc:title>
  <dc:creator>Firoozeh Arjmand</dc:creator>
  <cp:lastModifiedBy>Rachel Ford</cp:lastModifiedBy>
  <cp:revision>4</cp:revision>
  <dcterms:created xsi:type="dcterms:W3CDTF">2021-11-25T20:55:03Z</dcterms:created>
  <dcterms:modified xsi:type="dcterms:W3CDTF">2026-06-02T04:52:01Z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1377B7AD-C5AC-4629-B04D-238DC682B686</vt:lpwstr>
  </property>
  <property fmtid="{D5CDD505-2E9C-101B-9397-08002B2CF9AE}" pid="3" name="ArticulatePath">
    <vt:lpwstr>https://mtcaustralia.sharepoint.com/sites/GDrive/GroupShare/MTC Training Solutions/CURRICULUM/BSB/New/Simulated Workplace Documents/Simulated_Presentation_Template</vt:lpwstr>
  </property>
  <property fmtid="{D5CDD505-2E9C-101B-9397-08002B2CF9AE}" pid="4" name="ContentTypeId">
    <vt:lpwstr>0x010100D970402A25C75448AA51F887DB0F7E0A</vt:lpwstr>
  </property>
  <property fmtid="{D5CDD505-2E9C-101B-9397-08002B2CF9AE}" pid="5" name="_dlc_DocIdItemGuid">
    <vt:lpwstr>2078e91f-6cba-482e-bdab-6dcec5d36cee</vt:lpwstr>
  </property>
  <property fmtid="{D5CDD505-2E9C-101B-9397-08002B2CF9AE}" pid="6" name="MediaServiceImageTags">
    <vt:lpwstr/>
  </property>
  <property fmtid="{D5CDD505-2E9C-101B-9397-08002B2CF9AE}" pid="7" name="DocumentType">
    <vt:lpwstr>5;#Assessment|c0c70f64-4bbb-4f86-a72c-a13b6bc309fb</vt:lpwstr>
  </property>
  <property fmtid="{D5CDD505-2E9C-101B-9397-08002B2CF9AE}" pid="8" name="Divisions">
    <vt:lpwstr>15;#Skills for Education ＆ Employment (SEE)|1c098037-4e7b-4dd0-8dde-ddfea93f334e;#3;#Instructional Design|81fdb9a2-9046-4115-b314-92b0ef7fd9ac</vt:lpwstr>
  </property>
  <property fmtid="{D5CDD505-2E9C-101B-9397-08002B2CF9AE}" pid="9" name="VET Tags">
    <vt:lpwstr/>
  </property>
  <property fmtid="{D5CDD505-2E9C-101B-9397-08002B2CF9AE}" pid="10" name="MTCLocations">
    <vt:lpwstr/>
  </property>
  <property fmtid="{D5CDD505-2E9C-101B-9397-08002B2CF9AE}" pid="11" name="VET_x0020_Tags">
    <vt:lpwstr/>
  </property>
</Properties>
</file>